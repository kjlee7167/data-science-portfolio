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3662D16A-F89F-417F-805F-57CAA621A37B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Amazon_Sales_Dashboard1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7DB3F873-C003-46B8-A24D-EAB1B94F0CB1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2026. 7. 18. 오후 9시 25분 44초 GMT-5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tal Revenue" id="2" name="slide2">
            <a:extLst>
              <a:ext uri="{FF2B5EF4-FFF2-40B4-BE49-F238E27FC236}">
                <a16:creationId xmlns:a16="http://schemas.microsoft.com/office/drawing/2014/main" id="{D44C4B22-312B-4E3A-9BC2-83F63C99FA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0" y="2714625"/>
            <a:ext cx="190500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tal Orders" id="3" name="slide3">
            <a:extLst>
              <a:ext uri="{FF2B5EF4-FFF2-40B4-BE49-F238E27FC236}">
                <a16:creationId xmlns:a16="http://schemas.microsoft.com/office/drawing/2014/main" id="{96E8B70F-AB25-49A2-BC61-0B9D180274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50" y="2795587"/>
            <a:ext cx="1333500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verage Order Value" id="4" name="slide4">
            <a:extLst>
              <a:ext uri="{FF2B5EF4-FFF2-40B4-BE49-F238E27FC236}">
                <a16:creationId xmlns:a16="http://schemas.microsoft.com/office/drawing/2014/main" id="{5EF9F333-56D4-4E18-8147-9ED7A85C40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00" y="2657475"/>
            <a:ext cx="114300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nthly Revenue Trend" id="5" name="slide5">
            <a:extLst>
              <a:ext uri="{FF2B5EF4-FFF2-40B4-BE49-F238E27FC236}">
                <a16:creationId xmlns:a16="http://schemas.microsoft.com/office/drawing/2014/main" id="{FC1A193C-5C6B-4EDE-A6C2-CD5DB940F48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93" y="0"/>
            <a:ext cx="109610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by Category" id="6" name="slide6">
            <a:extLst>
              <a:ext uri="{FF2B5EF4-FFF2-40B4-BE49-F238E27FC236}">
                <a16:creationId xmlns:a16="http://schemas.microsoft.com/office/drawing/2014/main" id="{D1539CE0-1568-4A45-A74D-756A2FEC468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93" y="0"/>
            <a:ext cx="109610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 10 Products by Revenue" id="7" name="slide7">
            <a:extLst>
              <a:ext uri="{FF2B5EF4-FFF2-40B4-BE49-F238E27FC236}">
                <a16:creationId xmlns:a16="http://schemas.microsoft.com/office/drawing/2014/main" id="{9A24D6E2-85C2-4393-8CC4-E1A0FC92A7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93" y="0"/>
            <a:ext cx="109610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by State" id="8" name="slide8">
            <a:extLst>
              <a:ext uri="{FF2B5EF4-FFF2-40B4-BE49-F238E27FC236}">
                <a16:creationId xmlns:a16="http://schemas.microsoft.com/office/drawing/2014/main" id="{8C0B1DD7-0A85-4AC6-9AEF-E020A7BC15F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26" y="0"/>
            <a:ext cx="106993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2026-07-19T02:25:44Z</dcterms:created>
  <dcterms:modified xsi:type="dcterms:W3CDTF">2026-07-19T02:25:44Z</dcterms:modified>
</cp:coreProperties>
</file>